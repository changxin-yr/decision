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3c9fdc795746fd" /><Relationship Type="http://schemas.openxmlformats.org/officeDocument/2006/relationships/extended-properties" Target="/docProps/app.xml" Id="R43479818a8f047f8" /><Relationship Type="http://schemas.openxmlformats.org/officeDocument/2006/relationships/officeDocument" Target="/ppt/presentation.xml" Id="R53032976865e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6104cc2f94d2c"/>
  </p:sldMasterIdLst>
  <p:notesMasterIdLst>
    <p:notesMasterId xmlns:r="http://schemas.openxmlformats.org/officeDocument/2006/relationships" r:id="R3112291f12dc4599"/>
  </p:notesMasterIdLst>
  <p:sldIdLst>
    <p:sldId xmlns:r="http://schemas.openxmlformats.org/officeDocument/2006/relationships" id="256" r:id="R071e22a96f68412e"/>
    <p:sldId xmlns:r="http://schemas.openxmlformats.org/officeDocument/2006/relationships" id="257" r:id="R3d546e3c191a4f05"/>
    <p:sldId xmlns:r="http://schemas.openxmlformats.org/officeDocument/2006/relationships" id="258" r:id="R6bb46bf07e1c4337"/>
    <p:sldId xmlns:r="http://schemas.openxmlformats.org/officeDocument/2006/relationships" id="259" r:id="R7fe1a35428b34c2f"/>
    <p:sldId xmlns:r="http://schemas.openxmlformats.org/officeDocument/2006/relationships" id="260" r:id="R93d22ba4bc2e495c"/>
    <p:sldId xmlns:r="http://schemas.openxmlformats.org/officeDocument/2006/relationships" id="261" r:id="R4303bd98aeaf4a64"/>
    <p:sldId xmlns:r="http://schemas.openxmlformats.org/officeDocument/2006/relationships" id="262" r:id="R9925454b6d944cd8"/>
    <p:sldId xmlns:r="http://schemas.openxmlformats.org/officeDocument/2006/relationships" id="263" r:id="Reee3a6169c1b44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289ae6efa4232" /><Relationship Type="http://schemas.openxmlformats.org/officeDocument/2006/relationships/slideMaster" Target="/ppt/slideMasters/slideMaster1.xml" Id="R3b76104cc2f94d2c" /><Relationship Type="http://schemas.openxmlformats.org/officeDocument/2006/relationships/notesMaster" Target="/ppt/notesMasters/notesMaster1.xml" Id="R3112291f12dc4599" /><Relationship Type="http://schemas.openxmlformats.org/officeDocument/2006/relationships/presProps" Target="/ppt/presProps.xml" Id="Rfdfd760bce9c4d67" /><Relationship Type="http://schemas.openxmlformats.org/officeDocument/2006/relationships/viewProps" Target="/ppt/viewProps.xml" Id="R9330b7ce0f294783" /><Relationship Type="http://schemas.openxmlformats.org/officeDocument/2006/relationships/tableStyles" Target="/ppt/tableStyles.xml" Id="Rfebf3803631a4ebc" /><Relationship Type="http://schemas.openxmlformats.org/officeDocument/2006/relationships/slide" Target="/ppt/slides/slide1.xml" Id="R071e22a96f68412e" /><Relationship Type="http://schemas.openxmlformats.org/officeDocument/2006/relationships/slide" Target="/ppt/slides/slide2.xml" Id="R3d546e3c191a4f05" /><Relationship Type="http://schemas.openxmlformats.org/officeDocument/2006/relationships/slide" Target="/ppt/slides/slide3.xml" Id="R6bb46bf07e1c4337" /><Relationship Type="http://schemas.openxmlformats.org/officeDocument/2006/relationships/slide" Target="/ppt/slides/slide4.xml" Id="R7fe1a35428b34c2f" /><Relationship Type="http://schemas.openxmlformats.org/officeDocument/2006/relationships/slide" Target="/ppt/slides/slide5.xml" Id="R93d22ba4bc2e495c" /><Relationship Type="http://schemas.openxmlformats.org/officeDocument/2006/relationships/slide" Target="/ppt/slides/slide6.xml" Id="R4303bd98aeaf4a64" /><Relationship Type="http://schemas.openxmlformats.org/officeDocument/2006/relationships/slide" Target="/ppt/slides/slide7.xml" Id="R9925454b6d944cd8" /><Relationship Type="http://schemas.openxmlformats.org/officeDocument/2006/relationships/slide" Target="/ppt/slides/slide8.xml" Id="Reee3a6169c1b44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220690dfa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f57fad4f840eb" /><Relationship Type="http://schemas.openxmlformats.org/officeDocument/2006/relationships/notesMaster" Target="/ppt/notesMasters/notesMaster1.xml" Id="R46b4900c5e004b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4726d8eb64205" /><Relationship Type="http://schemas.openxmlformats.org/officeDocument/2006/relationships/notesMaster" Target="/ppt/notesMasters/notesMaster1.xml" Id="R971deb154274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27f87d54547d0" /><Relationship Type="http://schemas.openxmlformats.org/officeDocument/2006/relationships/notesMaster" Target="/ppt/notesMasters/notesMaster1.xml" Id="Rd2b2bd093d28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8061d1ab14a00" /><Relationship Type="http://schemas.openxmlformats.org/officeDocument/2006/relationships/notesMaster" Target="/ppt/notesMasters/notesMaster1.xml" Id="Rb3530a27d6e648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b3ba72709470f" /><Relationship Type="http://schemas.openxmlformats.org/officeDocument/2006/relationships/notesMaster" Target="/ppt/notesMasters/notesMaster1.xml" Id="R4c9b52629aeb49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a001e165548ff" /><Relationship Type="http://schemas.openxmlformats.org/officeDocument/2006/relationships/notesMaster" Target="/ppt/notesMasters/notesMaster1.xml" Id="R5c9f76b0546a48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72b3cfaf85439f" /><Relationship Type="http://schemas.openxmlformats.org/officeDocument/2006/relationships/notesMaster" Target="/ppt/notesMasters/notesMaster1.xml" Id="R2aab8c4f4ef2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7eaaf2a5ad43b1" /><Relationship Type="http://schemas.openxmlformats.org/officeDocument/2006/relationships/notesMaster" Target="/ppt/notesMasters/notesMaster1.xml" Id="Rb63107d0d6a8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c40cd4ba343cd" /><Relationship Type="http://schemas.openxmlformats.org/officeDocument/2006/relationships/image" Target="/ppt/media/image.png" Id="Rc6032270d09842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6c29f4bac42c2" /><Relationship Type="http://schemas.openxmlformats.org/officeDocument/2006/relationships/image" Target="/ppt/media/image2.png" Id="R1c199f3addd14073" /><Relationship Type="http://schemas.openxmlformats.org/officeDocument/2006/relationships/image" Target="/ppt/media/image3.png" Id="R3d3c138e0c504756" /><Relationship Type="http://schemas.openxmlformats.org/officeDocument/2006/relationships/image" Target="/ppt/media/image4.png" Id="Rb1673b98725444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fd8f2b67e4e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4cd5c56fc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2e129ecd745a6" /><Relationship Type="http://schemas.openxmlformats.org/officeDocument/2006/relationships/image" Target="/ppt/media/image5.png" Id="R3b7753a6b21c4d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8bf10bed945d6" /><Relationship Type="http://schemas.openxmlformats.org/officeDocument/2006/relationships/image" Target="/ppt/media/image6.png" Id="Rd636c8d27d8a4d08" /><Relationship Type="http://schemas.openxmlformats.org/officeDocument/2006/relationships/image" Target="/ppt/media/image5.png" Id="R3d5e4409d92a43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701db53be44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ed4953ed84e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0bb0ee6c447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3293d7a8740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eaab74c1c498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1eb96d5f54f3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6eb5ffddd402d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82D5007-E209-4A22-9611-D9D84F3F0D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32270d09842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AA68049-F10F-454D-A663-36789819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E57A36E-4CFE-4680-A4B7-2AD3B3B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199f3addd14073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A8C187C-6D24-497E-8E0D-23DD2C4B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BA586C2-1970-4BF3-BE33-9718EF86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c138e0c504756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73b987254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58598A-F4E6-4E10-A4A9-8DF9A016E3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78BAD52-6F2A-42A7-AE9D-4AB7A4E746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514D63F-9D58-4D9E-928E-B6875451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563E74DD-2989-4A4E-8BDB-60A8A5DD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F155A2-2549-48BD-993D-BF2F4A54A3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68A93029-02FD-47AE-B39C-67121C757B6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753a6b21c4d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F3870C77-1BD1-4E8A-A3C6-740A4A4B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F2E0AAB-85EB-4238-99D5-55DCB67262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36c8d27d8a4d08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93DF763-655C-4419-AFD4-61A70F1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E09931E9-55FF-45EF-9E5A-014E023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e4409d92a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70E801D-F1BC-4580-9963-6376B9B5EB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FE7CEAA-E1C8-4146-9123-D4DDB2A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7B6CB1C-FA30-48E3-8464-CCC4146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D293A102-862C-4EBA-818F-E4395519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BAE7FF8-3A11-4F42-86E4-7E0F9DF3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EAD4D34-DDBE-42DC-AAFE-E6CF4CECE1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E67A9F9-C14F-410C-BDF8-13D24A8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BE2943E-FB19-4903-8491-68ECE9CA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5A6B8D5-60F0-4CD9-98B2-4B82DBD0AB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5BD7803-D96E-4F96-BECE-30C0AD44B2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F4E482-AAA0-4249-A2AA-A4FF0DBC42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8C3AB4-9F97-499F-BA55-7F9AF725F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43063751348ba" /><Relationship Type="http://schemas.openxmlformats.org/officeDocument/2006/relationships/slideLayout" Target="/ppt/slideLayouts/slideLayout1.xml" Id="Rdaba33bf148445dd" /><Relationship Type="http://schemas.openxmlformats.org/officeDocument/2006/relationships/slideLayout" Target="/ppt/slideLayouts/slideLayout2.xml" Id="R010f7d60ddf8420e" /><Relationship Type="http://schemas.openxmlformats.org/officeDocument/2006/relationships/slideLayout" Target="/ppt/slideLayouts/slideLayout3.xml" Id="Ra7a724a2cb60438f" /><Relationship Type="http://schemas.openxmlformats.org/officeDocument/2006/relationships/slideLayout" Target="/ppt/slideLayouts/slideLayout4.xml" Id="R57b7d8feed184dea" /><Relationship Type="http://schemas.openxmlformats.org/officeDocument/2006/relationships/slideLayout" Target="/ppt/slideLayouts/slideLayout5.xml" Id="Raecb8251aa8543ad" /><Relationship Type="http://schemas.openxmlformats.org/officeDocument/2006/relationships/slideLayout" Target="/ppt/slideLayouts/slideLayout6.xml" Id="R9ecfa83e9e164103" /><Relationship Type="http://schemas.openxmlformats.org/officeDocument/2006/relationships/slideLayout" Target="/ppt/slideLayouts/slideLayout7.xml" Id="R4c9a1bedd7c64ad4" /><Relationship Type="http://schemas.openxmlformats.org/officeDocument/2006/relationships/slideLayout" Target="/ppt/slideLayouts/slideLayout8.xml" Id="R34d45d6a14a045d8" /><Relationship Type="http://schemas.openxmlformats.org/officeDocument/2006/relationships/slideLayout" Target="/ppt/slideLayouts/slideLayout9.xml" Id="R9a05c8bceba94275" /><Relationship Type="http://schemas.openxmlformats.org/officeDocument/2006/relationships/slideLayout" Target="/ppt/slideLayouts/slideLayout10.xml" Id="R15c176657e8141b2" /><Relationship Type="http://schemas.openxmlformats.org/officeDocument/2006/relationships/slideLayout" Target="/ppt/slideLayouts/slideLayout11.xml" Id="R5b411aaff3674bf5" /><Relationship Type="http://schemas.openxmlformats.org/officeDocument/2006/relationships/slideLayout" Target="/ppt/slideLayouts/slideLayout12.xml" Id="R49bbde9ebac14376" /><Relationship Type="http://schemas.openxmlformats.org/officeDocument/2006/relationships/slideLayout" Target="/ppt/slideLayouts/slideLayout13.xml" Id="R46d1c738acbf4799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E870FBC-B52E-4F92-B4B1-41A98BA35A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a33bf148445dd"/>
    <p:sldLayoutId xmlns:r="http://schemas.openxmlformats.org/officeDocument/2006/relationships" id="2147483650" r:id="R010f7d60ddf8420e"/>
    <p:sldLayoutId xmlns:r="http://schemas.openxmlformats.org/officeDocument/2006/relationships" id="2147483651" r:id="Ra7a724a2cb60438f"/>
    <p:sldLayoutId xmlns:r="http://schemas.openxmlformats.org/officeDocument/2006/relationships" id="2147483652" r:id="R57b7d8feed184dea"/>
    <p:sldLayoutId xmlns:r="http://schemas.openxmlformats.org/officeDocument/2006/relationships" id="2147483653" r:id="Raecb8251aa8543ad"/>
    <p:sldLayoutId xmlns:r="http://schemas.openxmlformats.org/officeDocument/2006/relationships" id="2147483654" r:id="R9ecfa83e9e164103"/>
    <p:sldLayoutId xmlns:r="http://schemas.openxmlformats.org/officeDocument/2006/relationships" id="2147483655" r:id="R4c9a1bedd7c64ad4"/>
    <p:sldLayoutId xmlns:r="http://schemas.openxmlformats.org/officeDocument/2006/relationships" id="2147483656" r:id="R34d45d6a14a045d8"/>
    <p:sldLayoutId xmlns:r="http://schemas.openxmlformats.org/officeDocument/2006/relationships" id="2147483657" r:id="R9a05c8bceba94275"/>
    <p:sldLayoutId xmlns:r="http://schemas.openxmlformats.org/officeDocument/2006/relationships" id="2147483658" r:id="R15c176657e8141b2"/>
    <p:sldLayoutId xmlns:r="http://schemas.openxmlformats.org/officeDocument/2006/relationships" id="2147483659" r:id="R5b411aaff3674bf5"/>
    <p:sldLayoutId xmlns:r="http://schemas.openxmlformats.org/officeDocument/2006/relationships" id="2147483660" r:id="R49bbde9ebac14376"/>
    <p:sldLayoutId xmlns:r="http://schemas.openxmlformats.org/officeDocument/2006/relationships" id="2147483661" r:id="R46d1c738acbf479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5a9b7f1c748b3" /><Relationship Type="http://schemas.openxmlformats.org/officeDocument/2006/relationships/notesSlide" Target="/ppt/notesSlides/notesSlide1.xml" Id="Ra180958e1f97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d236f79b9447e7" /><Relationship Type="http://schemas.openxmlformats.org/officeDocument/2006/relationships/notesSlide" Target="/ppt/notesSlides/notesSlide2.xml" Id="Rae768c0d3679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0d81186bf64f8c" /><Relationship Type="http://schemas.openxmlformats.org/officeDocument/2006/relationships/notesSlide" Target="/ppt/notesSlides/notesSlide3.xml" Id="R626cd2fc59524c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f2c7839eb74912" /><Relationship Type="http://schemas.openxmlformats.org/officeDocument/2006/relationships/image" Target="/ppt/media/image7.png" Id="R1072b89aca1e4e05" /><Relationship Type="http://schemas.openxmlformats.org/officeDocument/2006/relationships/image" Target="/ppt/media/image8.png" Id="Ra688d264db4e4ec9" /><Relationship Type="http://schemas.openxmlformats.org/officeDocument/2006/relationships/notesSlide" Target="/ppt/notesSlides/notesSlide4.xml" Id="R4d13670fa5a6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56dddd638c4ec5" /><Relationship Type="http://schemas.openxmlformats.org/officeDocument/2006/relationships/notesSlide" Target="/ppt/notesSlides/notesSlide5.xml" Id="Ra73479b2b8c141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b089f5a867433f" /><Relationship Type="http://schemas.openxmlformats.org/officeDocument/2006/relationships/notesSlide" Target="/ppt/notesSlides/notesSlide6.xml" Id="Rd7334e40b9f3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5dbafe43194421" /><Relationship Type="http://schemas.openxmlformats.org/officeDocument/2006/relationships/notesSlide" Target="/ppt/notesSlides/notesSlide7.xml" Id="R9a15c7361e9540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9a604e485b41b2" /><Relationship Type="http://schemas.openxmlformats.org/officeDocument/2006/relationships/notesSlide" Target="/ppt/notesSlides/notesSlide8.xml" Id="R70533daa848c40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C1711A8-70F1-492B-93B3-8C71CBF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57B23C23-BFE3-4494-8BBD-ACB0CBB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D2341512-7F21-4EF8-8620-25315C6A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做个决定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35884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21F60FB-7EFD-49F9-B0F9-D81FBA1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23AFA177-7F52-4C30-BE59-4F8195F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5848588-171E-4149-8AD5-42C6824C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7B8D1CBD-FD6A-4ED0-903E-6B769135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FBAEBCB-7636-4755-87F8-54B063C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534367E9-99E9-49E1-B474-2FFB8F29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2A42C4AC-D2CC-4DDE-A6C7-146D67B1B5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B1D7F4F3-FC91-4C53-9489-21019659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736D459F-78D9-4795-87FD-CB01F731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0165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76B74C7-CAF4-4D23-8F49-B77689A778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E2145D2-94D9-4EB4-875C-4710739009A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61FEAB9-9E5F-4830-BA5C-C52ADE8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1" y="2403095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EC074F8-8D14-407A-B89A-2568C60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ABEAE17-38A1-40BE-97A1-4F36AFC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90CAD74-158C-4BB9-B860-D1F908C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1005"/>
            <a:ext cx="10607040" cy="134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“吃什么、去哪玩、谁先来”让日常选择和聚会决策经常卡在没人拍板。我们做了一款纯离线决策工具，把转盘、抽签、指尖选择、抛硬币和随机数放在一个入口，多人聚会无需登录，打开即可完成公平、透明的选择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ED39A73-BEB6-4C84-85BA-3288A571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聚会救星纯离线决策盒，转盘、抽签、指尖选择一应俱全，选择困难 3 秒治愈。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C4F4E909-05A3-4B1B-8204-8876F7C6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70" y="1390650"/>
            <a:ext cx="9765665" cy="746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5150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0E10CEF1-935F-4171-B3BB-CF991DD82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D0B14F9-9861-4745-A25A-CEAEABBCCA1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2BCFE444-8B63-4EE8-8C54-8DFCB32D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567265F-74AC-4929-8BF7-52561D63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幸运转盘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支持自定义选项，结果先确定再播放动画，最终停留位置与结果一致。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多人指尖选择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多人同时触屏，倒计时后随机选中一人，适合聚会点名与分组。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抽签与随机工具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抽签支持允许重复/不重复，另有抛硬币、是/否和随机数字。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模板与历史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常用场景可直接套用，自定义模板与历史结果支持复用。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2b89aca1e4e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5260" y="849630"/>
            <a:ext cx="2721610" cy="5322570"/>
          </a:xfrm>
          <a:prstGeom xmlns:a="http://schemas.openxmlformats.org/drawingml/2006/main" prst="rect">
            <a:avLst/>
          </a:prstGeom>
        </p:spPr>
      </p:pic>
      <p:pic>
        <p:nvPicPr>
          <p:cNvPr id="3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8d264db4e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2605" y="849630"/>
            <a:ext cx="2625725" cy="53225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7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073D1B2C-4FDA-4F7D-84F8-21202074F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22B3F02-1F1A-4F52-8E1A-BB7D448D8A9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6BF01C2-E119-4E28-859B-8003BBAF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CC1F8A7-B783-4899-8066-988868C7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301C951-C6CE-4AE4-8946-EB21C5F7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公平可验证：先生成结果、后呈现动画，降低“动画决定结果”的不透明感。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聚会场景化：指尖选择面向多人同屏交互，一部手机即可完成点名、分组和轮流。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纯净即开即用：无网络、无登录、无广告，轻量工具不打断真实社交。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7E2389C-1832-43C6-B8E7-3CB7E50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原生开发：ArkTS/ArkUI + Stage 模型，HarmonyOS API 22 基线。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多点触控：利用鸿蒙触控事件实现多人同时参与的指尖选择。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可靠交互：Preferences 持久化模板与历史，后台动画自动收束，适配深浅色主题。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17914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9C7840DF-CFE1-49AB-993E-58006CDF1D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DA0074A-D9AB-481C-A894-11C02C6EA18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E7F8892-C53F-4DD6-ADD4-56C5BF4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DAB7FF2-AA7D-4F24-912C-53A37693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用户范围：朋友聚会、班级团建、家庭出游、办公室午间决策和活动组织场景。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6D60A9E-9C0F-413C-A0A4-4BCB7FF0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用户反馈：多种决策方式覆盖了从单人微决策到多人互动的不同需求，模板和离线特性让临时使用更顺手。</a:t>
            </a:r>
            <a:endParaRPr sz="1400" b="1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3F74156-C656-4E5D-8803-9DA92DE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商业潜力：可拓展聚会小游戏合集、主题转盘、活动主持工具和品牌联名场景等增值内容。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90459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31A300A-0DAD-42E0-AC11-2409D77AA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663E652-6DDB-49E2-9C3E-C5B1ECEA09D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4E12F9C-4E74-4801-A5ED-AF35D602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26A4B3B6-A5DF-4BAA-871D-CB145FBE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" y="1910080"/>
            <a:ext cx="9262745" cy="275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9065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B65FF5F-7215-4408-9D30-182A957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DE68A250-5542-4727-BE69-3938C44077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01017551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2026-08-20T10:57:00.0170000Z</dcterms:created>
  <dcterms:modified xsi:type="dcterms:W3CDTF">2026-08-20T10:57:00.0170000Z</dcterms:modified>
</coreProperties>
</file>